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4" r:id="rId6"/>
    <p:sldId id="279" r:id="rId7"/>
    <p:sldId id="276" r:id="rId8"/>
    <p:sldId id="283" r:id="rId9"/>
    <p:sldId id="280" r:id="rId10"/>
    <p:sldId id="278" r:id="rId11"/>
    <p:sldId id="271" r:id="rId12"/>
    <p:sldId id="281" r:id="rId13"/>
    <p:sldId id="284" r:id="rId14"/>
    <p:sldId id="285" r:id="rId15"/>
    <p:sldId id="282" r:id="rId16"/>
    <p:sldId id="286" r:id="rId17"/>
    <p:sldId id="268" r:id="rId18"/>
    <p:sldId id="269" r:id="rId19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4FDB5A-BFC9-432D-8A46-F750FA69596A}" v="94" dt="2026-08-09T05:26:14.96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>
      <p:cViewPr varScale="1">
        <p:scale>
          <a:sx n="80" d="100"/>
          <a:sy n="80" d="100"/>
        </p:scale>
        <p:origin x="158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ramsetti jaswanthi" userId="164f1f5757112bf6" providerId="LiveId" clId="{FAAA51A8-67CE-4E23-8C34-C1DA39D341E3}"/>
    <pc:docChg chg="custSel addSld modSld">
      <pc:chgData name="kuramsetti jaswanthi" userId="164f1f5757112bf6" providerId="LiveId" clId="{FAAA51A8-67CE-4E23-8C34-C1DA39D341E3}" dt="2026-08-09T05:26:58.943" v="1264" actId="122"/>
      <pc:docMkLst>
        <pc:docMk/>
      </pc:docMkLst>
      <pc:sldChg chg="modSp mod">
        <pc:chgData name="kuramsetti jaswanthi" userId="164f1f5757112bf6" providerId="LiveId" clId="{FAAA51A8-67CE-4E23-8C34-C1DA39D341E3}" dt="2026-08-09T05:11:26.423" v="1094" actId="20577"/>
        <pc:sldMkLst>
          <pc:docMk/>
          <pc:sldMk cId="0" sldId="256"/>
        </pc:sldMkLst>
        <pc:spChg chg="mod">
          <ac:chgData name="kuramsetti jaswanthi" userId="164f1f5757112bf6" providerId="LiveId" clId="{FAAA51A8-67CE-4E23-8C34-C1DA39D341E3}" dt="2026-08-09T05:11:26.423" v="1094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">
        <pc:chgData name="kuramsetti jaswanthi" userId="164f1f5757112bf6" providerId="LiveId" clId="{FAAA51A8-67CE-4E23-8C34-C1DA39D341E3}" dt="2026-08-09T04:05:16.196" v="69" actId="12"/>
        <pc:sldMkLst>
          <pc:docMk/>
          <pc:sldMk cId="0" sldId="257"/>
        </pc:sldMkLst>
        <pc:spChg chg="add mod">
          <ac:chgData name="kuramsetti jaswanthi" userId="164f1f5757112bf6" providerId="LiveId" clId="{FAAA51A8-67CE-4E23-8C34-C1DA39D341E3}" dt="2026-08-09T04:05:16.196" v="69" actId="12"/>
          <ac:spMkLst>
            <pc:docMk/>
            <pc:sldMk cId="0" sldId="257"/>
            <ac:spMk id="2" creationId="{33891A42-0464-980B-A038-E07B8559F186}"/>
          </ac:spMkLst>
        </pc:spChg>
        <pc:spChg chg="del mod">
          <ac:chgData name="kuramsetti jaswanthi" userId="164f1f5757112bf6" providerId="LiveId" clId="{FAAA51A8-67CE-4E23-8C34-C1DA39D341E3}" dt="2026-08-09T03:59:26.317" v="4" actId="478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kuramsetti jaswanthi" userId="164f1f5757112bf6" providerId="LiveId" clId="{FAAA51A8-67CE-4E23-8C34-C1DA39D341E3}" dt="2026-08-09T04:08:05.291" v="82" actId="20577"/>
        <pc:sldMkLst>
          <pc:docMk/>
          <pc:sldMk cId="0" sldId="258"/>
        </pc:sldMkLst>
        <pc:spChg chg="mod">
          <ac:chgData name="kuramsetti jaswanthi" userId="164f1f5757112bf6" providerId="LiveId" clId="{FAAA51A8-67CE-4E23-8C34-C1DA39D341E3}" dt="2026-08-09T04:08:05.291" v="82" actId="20577"/>
          <ac:spMkLst>
            <pc:docMk/>
            <pc:sldMk cId="0" sldId="258"/>
            <ac:spMk id="11" creationId="{2B8E2668-AB0C-2541-71DE-6605903196FA}"/>
          </ac:spMkLst>
        </pc:spChg>
      </pc:sldChg>
      <pc:sldChg chg="addSp delSp modSp mod">
        <pc:chgData name="kuramsetti jaswanthi" userId="164f1f5757112bf6" providerId="LiveId" clId="{FAAA51A8-67CE-4E23-8C34-C1DA39D341E3}" dt="2026-08-09T04:11:04.299" v="100" actId="12"/>
        <pc:sldMkLst>
          <pc:docMk/>
          <pc:sldMk cId="86789223" sldId="259"/>
        </pc:sldMkLst>
        <pc:spChg chg="del mod">
          <ac:chgData name="kuramsetti jaswanthi" userId="164f1f5757112bf6" providerId="LiveId" clId="{FAAA51A8-67CE-4E23-8C34-C1DA39D341E3}" dt="2026-08-09T04:09:19.488" v="89" actId="478"/>
          <ac:spMkLst>
            <pc:docMk/>
            <pc:sldMk cId="86789223" sldId="259"/>
            <ac:spMk id="2" creationId="{25851B59-AD5A-81AD-7D42-C1CD5E589B58}"/>
          </ac:spMkLst>
        </pc:spChg>
        <pc:spChg chg="add mod">
          <ac:chgData name="kuramsetti jaswanthi" userId="164f1f5757112bf6" providerId="LiveId" clId="{FAAA51A8-67CE-4E23-8C34-C1DA39D341E3}" dt="2026-08-09T04:11:04.299" v="100" actId="12"/>
          <ac:spMkLst>
            <pc:docMk/>
            <pc:sldMk cId="86789223" sldId="259"/>
            <ac:spMk id="3" creationId="{46785F44-F684-1EFD-2222-2DD628F17387}"/>
          </ac:spMkLst>
        </pc:spChg>
      </pc:sldChg>
      <pc:sldChg chg="modSp mod">
        <pc:chgData name="kuramsetti jaswanthi" userId="164f1f5757112bf6" providerId="LiveId" clId="{FAAA51A8-67CE-4E23-8C34-C1DA39D341E3}" dt="2026-08-09T05:01:22.710" v="854" actId="12"/>
        <pc:sldMkLst>
          <pc:docMk/>
          <pc:sldMk cId="2694192783" sldId="268"/>
        </pc:sldMkLst>
        <pc:spChg chg="mod">
          <ac:chgData name="kuramsetti jaswanthi" userId="164f1f5757112bf6" providerId="LiveId" clId="{FAAA51A8-67CE-4E23-8C34-C1DA39D341E3}" dt="2026-08-09T05:01:22.710" v="854" actId="12"/>
          <ac:spMkLst>
            <pc:docMk/>
            <pc:sldMk cId="2694192783" sldId="268"/>
            <ac:spMk id="6" creationId="{DABB4592-5775-79D7-4F02-0BE4F7025B51}"/>
          </ac:spMkLst>
        </pc:spChg>
      </pc:sldChg>
      <pc:sldChg chg="modSp mod">
        <pc:chgData name="kuramsetti jaswanthi" userId="164f1f5757112bf6" providerId="LiveId" clId="{FAAA51A8-67CE-4E23-8C34-C1DA39D341E3}" dt="2026-08-09T04:45:11.145" v="557" actId="20577"/>
        <pc:sldMkLst>
          <pc:docMk/>
          <pc:sldMk cId="314495878" sldId="271"/>
        </pc:sldMkLst>
        <pc:spChg chg="mod">
          <ac:chgData name="kuramsetti jaswanthi" userId="164f1f5757112bf6" providerId="LiveId" clId="{FAAA51A8-67CE-4E23-8C34-C1DA39D341E3}" dt="2026-08-09T04:45:11.145" v="557" actId="20577"/>
          <ac:spMkLst>
            <pc:docMk/>
            <pc:sldMk cId="314495878" sldId="271"/>
            <ac:spMk id="12" creationId="{2E698EF3-6CC5-CB2B-B3DF-1F2230442C23}"/>
          </ac:spMkLst>
        </pc:spChg>
      </pc:sldChg>
      <pc:sldChg chg="modSp mod">
        <pc:chgData name="kuramsetti jaswanthi" userId="164f1f5757112bf6" providerId="LiveId" clId="{FAAA51A8-67CE-4E23-8C34-C1DA39D341E3}" dt="2026-08-09T04:12:52.278" v="117" actId="20577"/>
        <pc:sldMkLst>
          <pc:docMk/>
          <pc:sldMk cId="4273835673" sldId="274"/>
        </pc:sldMkLst>
        <pc:spChg chg="mod">
          <ac:chgData name="kuramsetti jaswanthi" userId="164f1f5757112bf6" providerId="LiveId" clId="{FAAA51A8-67CE-4E23-8C34-C1DA39D341E3}" dt="2026-08-09T04:12:52.278" v="117" actId="20577"/>
          <ac:spMkLst>
            <pc:docMk/>
            <pc:sldMk cId="4273835673" sldId="274"/>
            <ac:spMk id="16" creationId="{85EA2366-D5A3-7AD8-E7B4-472C3227ADC8}"/>
          </ac:spMkLst>
        </pc:spChg>
      </pc:sldChg>
      <pc:sldChg chg="modSp mod">
        <pc:chgData name="kuramsetti jaswanthi" userId="164f1f5757112bf6" providerId="LiveId" clId="{FAAA51A8-67CE-4E23-8C34-C1DA39D341E3}" dt="2026-08-09T04:20:27.279" v="161" actId="12"/>
        <pc:sldMkLst>
          <pc:docMk/>
          <pc:sldMk cId="709256651" sldId="276"/>
        </pc:sldMkLst>
        <pc:spChg chg="mod">
          <ac:chgData name="kuramsetti jaswanthi" userId="164f1f5757112bf6" providerId="LiveId" clId="{FAAA51A8-67CE-4E23-8C34-C1DA39D341E3}" dt="2026-08-09T04:20:27.279" v="161" actId="12"/>
          <ac:spMkLst>
            <pc:docMk/>
            <pc:sldMk cId="709256651" sldId="276"/>
            <ac:spMk id="16" creationId="{85EA2366-D5A3-7AD8-E7B4-472C3227ADC8}"/>
          </ac:spMkLst>
        </pc:spChg>
      </pc:sldChg>
      <pc:sldChg chg="modSp mod">
        <pc:chgData name="kuramsetti jaswanthi" userId="164f1f5757112bf6" providerId="LiveId" clId="{FAAA51A8-67CE-4E23-8C34-C1DA39D341E3}" dt="2026-08-09T04:42:49.322" v="536" actId="20577"/>
        <pc:sldMkLst>
          <pc:docMk/>
          <pc:sldMk cId="2272052410" sldId="278"/>
        </pc:sldMkLst>
        <pc:spChg chg="mod">
          <ac:chgData name="kuramsetti jaswanthi" userId="164f1f5757112bf6" providerId="LiveId" clId="{FAAA51A8-67CE-4E23-8C34-C1DA39D341E3}" dt="2026-08-09T04:42:49.322" v="536" actId="20577"/>
          <ac:spMkLst>
            <pc:docMk/>
            <pc:sldMk cId="2272052410" sldId="278"/>
            <ac:spMk id="16" creationId="{85EA2366-D5A3-7AD8-E7B4-472C3227ADC8}"/>
          </ac:spMkLst>
        </pc:spChg>
      </pc:sldChg>
      <pc:sldChg chg="addSp delSp modSp mod">
        <pc:chgData name="kuramsetti jaswanthi" userId="164f1f5757112bf6" providerId="LiveId" clId="{FAAA51A8-67CE-4E23-8C34-C1DA39D341E3}" dt="2026-08-09T05:26:58.943" v="1264" actId="122"/>
        <pc:sldMkLst>
          <pc:docMk/>
          <pc:sldMk cId="1626336424" sldId="279"/>
        </pc:sldMkLst>
        <pc:spChg chg="mod">
          <ac:chgData name="kuramsetti jaswanthi" userId="164f1f5757112bf6" providerId="LiveId" clId="{FAAA51A8-67CE-4E23-8C34-C1DA39D341E3}" dt="2026-08-09T05:25:53.413" v="1250" actId="1076"/>
          <ac:spMkLst>
            <pc:docMk/>
            <pc:sldMk cId="1626336424" sldId="279"/>
            <ac:spMk id="2" creationId="{0BE2CE57-3BE2-3D51-EE7A-681F8044DB77}"/>
          </ac:spMkLst>
        </pc:spChg>
        <pc:spChg chg="mod">
          <ac:chgData name="kuramsetti jaswanthi" userId="164f1f5757112bf6" providerId="LiveId" clId="{FAAA51A8-67CE-4E23-8C34-C1DA39D341E3}" dt="2026-08-09T05:25:44.662" v="1248" actId="1076"/>
          <ac:spMkLst>
            <pc:docMk/>
            <pc:sldMk cId="1626336424" sldId="279"/>
            <ac:spMk id="7" creationId="{55F63E75-64C4-EB2B-FAA7-812AD35CB6C4}"/>
          </ac:spMkLst>
        </pc:spChg>
        <pc:spChg chg="mod">
          <ac:chgData name="kuramsetti jaswanthi" userId="164f1f5757112bf6" providerId="LiveId" clId="{FAAA51A8-67CE-4E23-8C34-C1DA39D341E3}" dt="2026-08-09T05:26:58.943" v="1264" actId="122"/>
          <ac:spMkLst>
            <pc:docMk/>
            <pc:sldMk cId="1626336424" sldId="279"/>
            <ac:spMk id="12" creationId="{603461CC-5DA6-E9E1-51F3-319572A17B83}"/>
          </ac:spMkLst>
        </pc:spChg>
        <pc:grpChg chg="add del mod">
          <ac:chgData name="kuramsetti jaswanthi" userId="164f1f5757112bf6" providerId="LiveId" clId="{FAAA51A8-67CE-4E23-8C34-C1DA39D341E3}" dt="2026-08-09T05:25:55.600" v="1251" actId="478"/>
          <ac:grpSpMkLst>
            <pc:docMk/>
            <pc:sldMk cId="1626336424" sldId="279"/>
            <ac:grpSpMk id="3" creationId="{0A3A21EB-62E5-1D95-D3CD-E58A3FC4378E}"/>
          </ac:grpSpMkLst>
        </pc:grpChg>
        <pc:grpChg chg="add mod">
          <ac:chgData name="kuramsetti jaswanthi" userId="164f1f5757112bf6" providerId="LiveId" clId="{FAAA51A8-67CE-4E23-8C34-C1DA39D341E3}" dt="2026-08-09T05:26:14.961" v="1252"/>
          <ac:grpSpMkLst>
            <pc:docMk/>
            <pc:sldMk cId="1626336424" sldId="279"/>
            <ac:grpSpMk id="8" creationId="{F6400519-0465-389E-536B-B85EF484A3FB}"/>
          </ac:grpSpMkLst>
        </pc:grpChg>
        <pc:picChg chg="mod">
          <ac:chgData name="kuramsetti jaswanthi" userId="164f1f5757112bf6" providerId="LiveId" clId="{FAAA51A8-67CE-4E23-8C34-C1DA39D341E3}" dt="2026-08-09T05:25:26.097" v="1236"/>
          <ac:picMkLst>
            <pc:docMk/>
            <pc:sldMk cId="1626336424" sldId="279"/>
            <ac:picMk id="4" creationId="{1996DCE8-5ADC-8797-7462-D632E4EAFA3F}"/>
          </ac:picMkLst>
        </pc:picChg>
        <pc:picChg chg="mod">
          <ac:chgData name="kuramsetti jaswanthi" userId="164f1f5757112bf6" providerId="LiveId" clId="{FAAA51A8-67CE-4E23-8C34-C1DA39D341E3}" dt="2026-08-09T05:25:26.097" v="1236"/>
          <ac:picMkLst>
            <pc:docMk/>
            <pc:sldMk cId="1626336424" sldId="279"/>
            <ac:picMk id="5" creationId="{08A17C3A-95F9-4D8D-82DA-9AE1DBC19C53}"/>
          </ac:picMkLst>
        </pc:picChg>
        <pc:picChg chg="mod">
          <ac:chgData name="kuramsetti jaswanthi" userId="164f1f5757112bf6" providerId="LiveId" clId="{FAAA51A8-67CE-4E23-8C34-C1DA39D341E3}" dt="2026-08-09T05:25:26.097" v="1236"/>
          <ac:picMkLst>
            <pc:docMk/>
            <pc:sldMk cId="1626336424" sldId="279"/>
            <ac:picMk id="6" creationId="{312161ED-917E-9FC5-BD63-9D17D272A045}"/>
          </ac:picMkLst>
        </pc:picChg>
        <pc:picChg chg="mod">
          <ac:chgData name="kuramsetti jaswanthi" userId="164f1f5757112bf6" providerId="LiveId" clId="{FAAA51A8-67CE-4E23-8C34-C1DA39D341E3}" dt="2026-08-09T05:26:14.961" v="1252"/>
          <ac:picMkLst>
            <pc:docMk/>
            <pc:sldMk cId="1626336424" sldId="279"/>
            <ac:picMk id="9" creationId="{81F98CAF-BA9F-0C12-E5E8-DA56BBA4BB8A}"/>
          </ac:picMkLst>
        </pc:picChg>
        <pc:picChg chg="mod">
          <ac:chgData name="kuramsetti jaswanthi" userId="164f1f5757112bf6" providerId="LiveId" clId="{FAAA51A8-67CE-4E23-8C34-C1DA39D341E3}" dt="2026-08-09T05:26:14.961" v="1252"/>
          <ac:picMkLst>
            <pc:docMk/>
            <pc:sldMk cId="1626336424" sldId="279"/>
            <ac:picMk id="10" creationId="{FE950D32-424A-449E-F2DC-A9CAD680461B}"/>
          </ac:picMkLst>
        </pc:picChg>
        <pc:picChg chg="mod">
          <ac:chgData name="kuramsetti jaswanthi" userId="164f1f5757112bf6" providerId="LiveId" clId="{FAAA51A8-67CE-4E23-8C34-C1DA39D341E3}" dt="2026-08-09T05:26:14.961" v="1252"/>
          <ac:picMkLst>
            <pc:docMk/>
            <pc:sldMk cId="1626336424" sldId="279"/>
            <ac:picMk id="11" creationId="{E95A4D43-3551-C97F-F7D7-72F54F788D6A}"/>
          </ac:picMkLst>
        </pc:picChg>
      </pc:sldChg>
      <pc:sldChg chg="modSp mod">
        <pc:chgData name="kuramsetti jaswanthi" userId="164f1f5757112bf6" providerId="LiveId" clId="{FAAA51A8-67CE-4E23-8C34-C1DA39D341E3}" dt="2026-08-09T04:38:14.347" v="501" actId="20577"/>
        <pc:sldMkLst>
          <pc:docMk/>
          <pc:sldMk cId="3510378788" sldId="280"/>
        </pc:sldMkLst>
        <pc:graphicFrameChg chg="mod modGraphic">
          <ac:chgData name="kuramsetti jaswanthi" userId="164f1f5757112bf6" providerId="LiveId" clId="{FAAA51A8-67CE-4E23-8C34-C1DA39D341E3}" dt="2026-08-09T04:38:14.347" v="501" actId="20577"/>
          <ac:graphicFrameMkLst>
            <pc:docMk/>
            <pc:sldMk cId="3510378788" sldId="280"/>
            <ac:graphicFrameMk id="2" creationId="{DEA1E91E-EF4D-C73B-A7C1-DB20552B5A16}"/>
          </ac:graphicFrameMkLst>
        </pc:graphicFrameChg>
      </pc:sldChg>
      <pc:sldChg chg="modSp mod">
        <pc:chgData name="kuramsetti jaswanthi" userId="164f1f5757112bf6" providerId="LiveId" clId="{FAAA51A8-67CE-4E23-8C34-C1DA39D341E3}" dt="2026-08-09T04:47:26.645" v="646" actId="20577"/>
        <pc:sldMkLst>
          <pc:docMk/>
          <pc:sldMk cId="3744217247" sldId="281"/>
        </pc:sldMkLst>
        <pc:spChg chg="mod">
          <ac:chgData name="kuramsetti jaswanthi" userId="164f1f5757112bf6" providerId="LiveId" clId="{FAAA51A8-67CE-4E23-8C34-C1DA39D341E3}" dt="2026-08-09T04:47:26.645" v="646" actId="20577"/>
          <ac:spMkLst>
            <pc:docMk/>
            <pc:sldMk cId="3744217247" sldId="281"/>
            <ac:spMk id="12" creationId="{6D4B64F4-A7BB-5C66-D262-C3B30131FC70}"/>
          </ac:spMkLst>
        </pc:spChg>
      </pc:sldChg>
      <pc:sldChg chg="modSp mod">
        <pc:chgData name="kuramsetti jaswanthi" userId="164f1f5757112bf6" providerId="LiveId" clId="{FAAA51A8-67CE-4E23-8C34-C1DA39D341E3}" dt="2026-08-09T04:53:15.664" v="709" actId="20577"/>
        <pc:sldMkLst>
          <pc:docMk/>
          <pc:sldMk cId="3942059725" sldId="282"/>
        </pc:sldMkLst>
        <pc:spChg chg="mod">
          <ac:chgData name="kuramsetti jaswanthi" userId="164f1f5757112bf6" providerId="LiveId" clId="{FAAA51A8-67CE-4E23-8C34-C1DA39D341E3}" dt="2026-08-09T04:53:15.664" v="709" actId="20577"/>
          <ac:spMkLst>
            <pc:docMk/>
            <pc:sldMk cId="3942059725" sldId="282"/>
            <ac:spMk id="6" creationId="{8C17C9B2-E7CC-1C9A-D7F8-2089A03BE5C7}"/>
          </ac:spMkLst>
        </pc:spChg>
      </pc:sldChg>
      <pc:sldChg chg="addSp delSp modSp new mod">
        <pc:chgData name="kuramsetti jaswanthi" userId="164f1f5757112bf6" providerId="LiveId" clId="{FAAA51A8-67CE-4E23-8C34-C1DA39D341E3}" dt="2026-08-09T05:25:05.453" v="1235" actId="478"/>
        <pc:sldMkLst>
          <pc:docMk/>
          <pc:sldMk cId="2596270821" sldId="283"/>
        </pc:sldMkLst>
        <pc:spChg chg="del mod">
          <ac:chgData name="kuramsetti jaswanthi" userId="164f1f5757112bf6" providerId="LiveId" clId="{FAAA51A8-67CE-4E23-8C34-C1DA39D341E3}" dt="2026-08-09T05:10:18.871" v="1076" actId="478"/>
          <ac:spMkLst>
            <pc:docMk/>
            <pc:sldMk cId="2596270821" sldId="283"/>
            <ac:spMk id="2" creationId="{202A8662-E20E-5A79-749F-54C3A249B38C}"/>
          </ac:spMkLst>
        </pc:spChg>
        <pc:spChg chg="mod">
          <ac:chgData name="kuramsetti jaswanthi" userId="164f1f5757112bf6" providerId="LiveId" clId="{FAAA51A8-67CE-4E23-8C34-C1DA39D341E3}" dt="2026-08-09T04:24:55.028" v="176" actId="20577"/>
          <ac:spMkLst>
            <pc:docMk/>
            <pc:sldMk cId="2596270821" sldId="283"/>
            <ac:spMk id="3" creationId="{7B094E58-074F-071B-74B9-C1BB02EA3C29}"/>
          </ac:spMkLst>
        </pc:spChg>
        <pc:spChg chg="add del mod">
          <ac:chgData name="kuramsetti jaswanthi" userId="164f1f5757112bf6" providerId="LiveId" clId="{FAAA51A8-67CE-4E23-8C34-C1DA39D341E3}" dt="2026-08-09T05:04:57.410" v="866"/>
          <ac:spMkLst>
            <pc:docMk/>
            <pc:sldMk cId="2596270821" sldId="283"/>
            <ac:spMk id="4" creationId="{DF4F77B7-9A5D-13E2-B915-6131DEDB0357}"/>
          </ac:spMkLst>
        </pc:spChg>
        <pc:spChg chg="add del mod">
          <ac:chgData name="kuramsetti jaswanthi" userId="164f1f5757112bf6" providerId="LiveId" clId="{FAAA51A8-67CE-4E23-8C34-C1DA39D341E3}" dt="2026-08-09T05:10:41.363" v="1078" actId="478"/>
          <ac:spMkLst>
            <pc:docMk/>
            <pc:sldMk cId="2596270821" sldId="283"/>
            <ac:spMk id="8" creationId="{DECDDE24-C57B-8AD7-E7CA-18605D2C0925}"/>
          </ac:spMkLst>
        </pc:spChg>
        <pc:spChg chg="add del mod">
          <ac:chgData name="kuramsetti jaswanthi" userId="164f1f5757112bf6" providerId="LiveId" clId="{FAAA51A8-67CE-4E23-8C34-C1DA39D341E3}" dt="2026-08-09T05:10:41.367" v="1080"/>
          <ac:spMkLst>
            <pc:docMk/>
            <pc:sldMk cId="2596270821" sldId="283"/>
            <ac:spMk id="9" creationId="{4B43B704-CBF8-037C-E708-1FED789CA4E0}"/>
          </ac:spMkLst>
        </pc:spChg>
        <pc:spChg chg="del mod">
          <ac:chgData name="kuramsetti jaswanthi" userId="164f1f5757112bf6" providerId="LiveId" clId="{FAAA51A8-67CE-4E23-8C34-C1DA39D341E3}" dt="2026-08-09T05:24:24.252" v="1225" actId="478"/>
          <ac:spMkLst>
            <pc:docMk/>
            <pc:sldMk cId="2596270821" sldId="283"/>
            <ac:spMk id="14" creationId="{BA848880-07B2-EBA4-3597-4B95BDD4B0F0}"/>
          </ac:spMkLst>
        </pc:spChg>
        <pc:spChg chg="mod">
          <ac:chgData name="kuramsetti jaswanthi" userId="164f1f5757112bf6" providerId="LiveId" clId="{FAAA51A8-67CE-4E23-8C34-C1DA39D341E3}" dt="2026-08-09T05:24:44.708" v="1229" actId="1076"/>
          <ac:spMkLst>
            <pc:docMk/>
            <pc:sldMk cId="2596270821" sldId="283"/>
            <ac:spMk id="19" creationId="{39843243-F6A1-30F9-B86A-CC6E32E35237}"/>
          </ac:spMkLst>
        </pc:spChg>
        <pc:grpChg chg="add del mod">
          <ac:chgData name="kuramsetti jaswanthi" userId="164f1f5757112bf6" providerId="LiveId" clId="{FAAA51A8-67CE-4E23-8C34-C1DA39D341E3}" dt="2026-08-09T05:25:03.147" v="1234" actId="478"/>
          <ac:grpSpMkLst>
            <pc:docMk/>
            <pc:sldMk cId="2596270821" sldId="283"/>
            <ac:grpSpMk id="10" creationId="{8A4FEDC4-C168-B516-2E96-A8DAF12CE782}"/>
          </ac:grpSpMkLst>
        </pc:grpChg>
        <pc:grpChg chg="add del mod">
          <ac:chgData name="kuramsetti jaswanthi" userId="164f1f5757112bf6" providerId="LiveId" clId="{FAAA51A8-67CE-4E23-8C34-C1DA39D341E3}" dt="2026-08-09T05:24:51.237" v="1232" actId="478"/>
          <ac:grpSpMkLst>
            <pc:docMk/>
            <pc:sldMk cId="2596270821" sldId="283"/>
            <ac:grpSpMk id="15" creationId="{080E19C0-D3AC-4367-8618-87DED94BAC50}"/>
          </ac:grpSpMkLst>
        </pc:grpChg>
        <pc:picChg chg="add">
          <ac:chgData name="kuramsetti jaswanthi" userId="164f1f5757112bf6" providerId="LiveId" clId="{FAAA51A8-67CE-4E23-8C34-C1DA39D341E3}" dt="2026-08-09T05:04:54.771" v="864" actId="22"/>
          <ac:picMkLst>
            <pc:docMk/>
            <pc:sldMk cId="2596270821" sldId="283"/>
            <ac:picMk id="6" creationId="{036E6D23-6811-5195-E863-D999EA70A6E9}"/>
          </ac:picMkLst>
        </pc:picChg>
        <pc:picChg chg="del mod topLvl">
          <ac:chgData name="kuramsetti jaswanthi" userId="164f1f5757112bf6" providerId="LiveId" clId="{FAAA51A8-67CE-4E23-8C34-C1DA39D341E3}" dt="2026-08-09T05:25:05.453" v="1235" actId="478"/>
          <ac:picMkLst>
            <pc:docMk/>
            <pc:sldMk cId="2596270821" sldId="283"/>
            <ac:picMk id="11" creationId="{A4955A62-F9C7-F28C-FCB6-216DF7B9AF86}"/>
          </ac:picMkLst>
        </pc:picChg>
        <pc:picChg chg="del mod topLvl">
          <ac:chgData name="kuramsetti jaswanthi" userId="164f1f5757112bf6" providerId="LiveId" clId="{FAAA51A8-67CE-4E23-8C34-C1DA39D341E3}" dt="2026-08-09T05:25:03.147" v="1234" actId="478"/>
          <ac:picMkLst>
            <pc:docMk/>
            <pc:sldMk cId="2596270821" sldId="283"/>
            <ac:picMk id="12" creationId="{82F0983A-F0C2-B758-A7DB-CAAE443C25CC}"/>
          </ac:picMkLst>
        </pc:picChg>
        <pc:picChg chg="del mod">
          <ac:chgData name="kuramsetti jaswanthi" userId="164f1f5757112bf6" providerId="LiveId" clId="{FAAA51A8-67CE-4E23-8C34-C1DA39D341E3}" dt="2026-08-09T05:24:26.496" v="1226" actId="478"/>
          <ac:picMkLst>
            <pc:docMk/>
            <pc:sldMk cId="2596270821" sldId="283"/>
            <ac:picMk id="13" creationId="{F2C94904-8ADA-7125-158B-C04ACDA0FF48}"/>
          </ac:picMkLst>
        </pc:picChg>
        <pc:picChg chg="mod">
          <ac:chgData name="kuramsetti jaswanthi" userId="164f1f5757112bf6" providerId="LiveId" clId="{FAAA51A8-67CE-4E23-8C34-C1DA39D341E3}" dt="2026-08-09T05:24:38.128" v="1227"/>
          <ac:picMkLst>
            <pc:docMk/>
            <pc:sldMk cId="2596270821" sldId="283"/>
            <ac:picMk id="16" creationId="{8EFCAAD1-82C9-5967-CD55-7AE58F61F0E5}"/>
          </ac:picMkLst>
        </pc:picChg>
        <pc:picChg chg="mod">
          <ac:chgData name="kuramsetti jaswanthi" userId="164f1f5757112bf6" providerId="LiveId" clId="{FAAA51A8-67CE-4E23-8C34-C1DA39D341E3}" dt="2026-08-09T05:24:38.128" v="1227"/>
          <ac:picMkLst>
            <pc:docMk/>
            <pc:sldMk cId="2596270821" sldId="283"/>
            <ac:picMk id="17" creationId="{86166CB3-9BCE-730D-FFE4-0F48DF2F0A27}"/>
          </ac:picMkLst>
        </pc:picChg>
        <pc:picChg chg="del mod">
          <ac:chgData name="kuramsetti jaswanthi" userId="164f1f5757112bf6" providerId="LiveId" clId="{FAAA51A8-67CE-4E23-8C34-C1DA39D341E3}" dt="2026-08-09T05:24:48.635" v="1230" actId="478"/>
          <ac:picMkLst>
            <pc:docMk/>
            <pc:sldMk cId="2596270821" sldId="283"/>
            <ac:picMk id="18" creationId="{AA0C845A-D2A4-FA18-9449-0D7B8EECECDF}"/>
          </ac:picMkLst>
        </pc:picChg>
      </pc:sldChg>
      <pc:sldChg chg="addSp delSp modSp new mod">
        <pc:chgData name="kuramsetti jaswanthi" userId="164f1f5757112bf6" providerId="LiveId" clId="{FAAA51A8-67CE-4E23-8C34-C1DA39D341E3}" dt="2026-08-09T05:20:35.149" v="1139" actId="20577"/>
        <pc:sldMkLst>
          <pc:docMk/>
          <pc:sldMk cId="3335304974" sldId="284"/>
        </pc:sldMkLst>
        <pc:spChg chg="del mod">
          <ac:chgData name="kuramsetti jaswanthi" userId="164f1f5757112bf6" providerId="LiveId" clId="{FAAA51A8-67CE-4E23-8C34-C1DA39D341E3}" dt="2026-08-09T05:09:21.832" v="1054" actId="478"/>
          <ac:spMkLst>
            <pc:docMk/>
            <pc:sldMk cId="3335304974" sldId="284"/>
            <ac:spMk id="2" creationId="{846B0839-99CC-11F6-6C63-E12FE51F3783}"/>
          </ac:spMkLst>
        </pc:spChg>
        <pc:spChg chg="mod">
          <ac:chgData name="kuramsetti jaswanthi" userId="164f1f5757112bf6" providerId="LiveId" clId="{FAAA51A8-67CE-4E23-8C34-C1DA39D341E3}" dt="2026-08-09T04:50:36.119" v="697" actId="20577"/>
          <ac:spMkLst>
            <pc:docMk/>
            <pc:sldMk cId="3335304974" sldId="284"/>
            <ac:spMk id="3" creationId="{A0976965-250C-A558-1EA8-7822AD6BC146}"/>
          </ac:spMkLst>
        </pc:spChg>
        <pc:spChg chg="add del mod">
          <ac:chgData name="kuramsetti jaswanthi" userId="164f1f5757112bf6" providerId="LiveId" clId="{FAAA51A8-67CE-4E23-8C34-C1DA39D341E3}" dt="2026-08-09T05:04:43.126" v="862"/>
          <ac:spMkLst>
            <pc:docMk/>
            <pc:sldMk cId="3335304974" sldId="284"/>
            <ac:spMk id="4" creationId="{E2019F81-DD0F-41D9-E3C0-D8BDDD5C9EE2}"/>
          </ac:spMkLst>
        </pc:spChg>
        <pc:spChg chg="mod">
          <ac:chgData name="kuramsetti jaswanthi" userId="164f1f5757112bf6" providerId="LiveId" clId="{FAAA51A8-67CE-4E23-8C34-C1DA39D341E3}" dt="2026-08-09T05:08:57.371" v="1032" actId="122"/>
          <ac:spMkLst>
            <pc:docMk/>
            <pc:sldMk cId="3335304974" sldId="284"/>
            <ac:spMk id="11" creationId="{91028816-8C70-AF07-9343-EB41ACF96BF4}"/>
          </ac:spMkLst>
        </pc:spChg>
        <pc:spChg chg="mod">
          <ac:chgData name="kuramsetti jaswanthi" userId="164f1f5757112bf6" providerId="LiveId" clId="{FAAA51A8-67CE-4E23-8C34-C1DA39D341E3}" dt="2026-08-09T05:20:35.149" v="1139" actId="20577"/>
          <ac:spMkLst>
            <pc:docMk/>
            <pc:sldMk cId="3335304974" sldId="284"/>
            <ac:spMk id="16" creationId="{7E05F4BE-2D56-511F-CF74-2F0ED0E84258}"/>
          </ac:spMkLst>
        </pc:spChg>
        <pc:grpChg chg="add del mod">
          <ac:chgData name="kuramsetti jaswanthi" userId="164f1f5757112bf6" providerId="LiveId" clId="{FAAA51A8-67CE-4E23-8C34-C1DA39D341E3}" dt="2026-08-09T05:09:12.118" v="1035" actId="478"/>
          <ac:grpSpMkLst>
            <pc:docMk/>
            <pc:sldMk cId="3335304974" sldId="284"/>
            <ac:grpSpMk id="7" creationId="{EDA67C6C-E15D-A2B6-CA76-F5BB895780D3}"/>
          </ac:grpSpMkLst>
        </pc:grpChg>
        <pc:grpChg chg="add mod">
          <ac:chgData name="kuramsetti jaswanthi" userId="164f1f5757112bf6" providerId="LiveId" clId="{FAAA51A8-67CE-4E23-8C34-C1DA39D341E3}" dt="2026-08-09T05:09:31.055" v="1055"/>
          <ac:grpSpMkLst>
            <pc:docMk/>
            <pc:sldMk cId="3335304974" sldId="284"/>
            <ac:grpSpMk id="12" creationId="{973033F8-FCF8-87C3-D448-660260A1258C}"/>
          </ac:grpSpMkLst>
        </pc:grpChg>
        <pc:picChg chg="add">
          <ac:chgData name="kuramsetti jaswanthi" userId="164f1f5757112bf6" providerId="LiveId" clId="{FAAA51A8-67CE-4E23-8C34-C1DA39D341E3}" dt="2026-08-09T05:04:40.450" v="860" actId="22"/>
          <ac:picMkLst>
            <pc:docMk/>
            <pc:sldMk cId="3335304974" sldId="284"/>
            <ac:picMk id="6" creationId="{DC791306-FE06-A2D4-D5C7-DE48E629F339}"/>
          </ac:picMkLst>
        </pc:picChg>
        <pc:picChg chg="mod">
          <ac:chgData name="kuramsetti jaswanthi" userId="164f1f5757112bf6" providerId="LiveId" clId="{FAAA51A8-67CE-4E23-8C34-C1DA39D341E3}" dt="2026-08-09T05:08:23.719" v="1010"/>
          <ac:picMkLst>
            <pc:docMk/>
            <pc:sldMk cId="3335304974" sldId="284"/>
            <ac:picMk id="8" creationId="{DFA85B76-48F5-3388-A459-95DA5A548FA0}"/>
          </ac:picMkLst>
        </pc:picChg>
        <pc:picChg chg="del mod">
          <ac:chgData name="kuramsetti jaswanthi" userId="164f1f5757112bf6" providerId="LiveId" clId="{FAAA51A8-67CE-4E23-8C34-C1DA39D341E3}" dt="2026-08-09T05:09:09.216" v="1034" actId="478"/>
          <ac:picMkLst>
            <pc:docMk/>
            <pc:sldMk cId="3335304974" sldId="284"/>
            <ac:picMk id="9" creationId="{B5EA17CD-35DE-584D-3AB9-B0B00749DE2B}"/>
          </ac:picMkLst>
        </pc:picChg>
        <pc:picChg chg="mod">
          <ac:chgData name="kuramsetti jaswanthi" userId="164f1f5757112bf6" providerId="LiveId" clId="{FAAA51A8-67CE-4E23-8C34-C1DA39D341E3}" dt="2026-08-09T05:08:23.719" v="1010"/>
          <ac:picMkLst>
            <pc:docMk/>
            <pc:sldMk cId="3335304974" sldId="284"/>
            <ac:picMk id="10" creationId="{39113C9B-7EC3-F0C1-0C5D-38599EFF4551}"/>
          </ac:picMkLst>
        </pc:picChg>
        <pc:picChg chg="mod">
          <ac:chgData name="kuramsetti jaswanthi" userId="164f1f5757112bf6" providerId="LiveId" clId="{FAAA51A8-67CE-4E23-8C34-C1DA39D341E3}" dt="2026-08-09T05:09:31.055" v="1055"/>
          <ac:picMkLst>
            <pc:docMk/>
            <pc:sldMk cId="3335304974" sldId="284"/>
            <ac:picMk id="13" creationId="{FDE751A6-E9DE-E6D3-3CA2-13517F2BF607}"/>
          </ac:picMkLst>
        </pc:picChg>
        <pc:picChg chg="mod">
          <ac:chgData name="kuramsetti jaswanthi" userId="164f1f5757112bf6" providerId="LiveId" clId="{FAAA51A8-67CE-4E23-8C34-C1DA39D341E3}" dt="2026-08-09T05:09:31.055" v="1055"/>
          <ac:picMkLst>
            <pc:docMk/>
            <pc:sldMk cId="3335304974" sldId="284"/>
            <ac:picMk id="14" creationId="{22F1CD41-18F6-8B28-89DD-5301A48B4C66}"/>
          </ac:picMkLst>
        </pc:picChg>
        <pc:picChg chg="mod">
          <ac:chgData name="kuramsetti jaswanthi" userId="164f1f5757112bf6" providerId="LiveId" clId="{FAAA51A8-67CE-4E23-8C34-C1DA39D341E3}" dt="2026-08-09T05:09:31.055" v="1055"/>
          <ac:picMkLst>
            <pc:docMk/>
            <pc:sldMk cId="3335304974" sldId="284"/>
            <ac:picMk id="15" creationId="{1ACC52EA-56FA-A81C-04E5-F0EBAF08A3BD}"/>
          </ac:picMkLst>
        </pc:picChg>
      </pc:sldChg>
      <pc:sldChg chg="addSp delSp modSp new mod">
        <pc:chgData name="kuramsetti jaswanthi" userId="164f1f5757112bf6" providerId="LiveId" clId="{FAAA51A8-67CE-4E23-8C34-C1DA39D341E3}" dt="2026-08-09T05:23:28.381" v="1223" actId="122"/>
        <pc:sldMkLst>
          <pc:docMk/>
          <pc:sldMk cId="2087843458" sldId="285"/>
        </pc:sldMkLst>
        <pc:spChg chg="del mod">
          <ac:chgData name="kuramsetti jaswanthi" userId="164f1f5757112bf6" providerId="LiveId" clId="{FAAA51A8-67CE-4E23-8C34-C1DA39D341E3}" dt="2026-08-09T05:00:01.338" v="847" actId="478"/>
          <ac:spMkLst>
            <pc:docMk/>
            <pc:sldMk cId="2087843458" sldId="285"/>
            <ac:spMk id="2" creationId="{12B7CC87-0265-E80E-0A2C-BFE5642A28EB}"/>
          </ac:spMkLst>
        </pc:spChg>
        <pc:spChg chg="mod">
          <ac:chgData name="kuramsetti jaswanthi" userId="164f1f5757112bf6" providerId="LiveId" clId="{FAAA51A8-67CE-4E23-8C34-C1DA39D341E3}" dt="2026-08-09T05:00:58.039" v="851" actId="20577"/>
          <ac:spMkLst>
            <pc:docMk/>
            <pc:sldMk cId="2087843458" sldId="285"/>
            <ac:spMk id="3" creationId="{B61DE197-B2BA-2727-FE1E-E8FB85822DB9}"/>
          </ac:spMkLst>
        </pc:spChg>
        <pc:spChg chg="add del mod">
          <ac:chgData name="kuramsetti jaswanthi" userId="164f1f5757112bf6" providerId="LiveId" clId="{FAAA51A8-67CE-4E23-8C34-C1DA39D341E3}" dt="2026-08-09T04:59:17.920" v="838"/>
          <ac:spMkLst>
            <pc:docMk/>
            <pc:sldMk cId="2087843458" sldId="285"/>
            <ac:spMk id="4" creationId="{92BAFE5A-575D-4CED-F3E2-4A001BF8A097}"/>
          </ac:spMkLst>
        </pc:spChg>
        <pc:spChg chg="add mod">
          <ac:chgData name="kuramsetti jaswanthi" userId="164f1f5757112bf6" providerId="LiveId" clId="{FAAA51A8-67CE-4E23-8C34-C1DA39D341E3}" dt="2026-08-09T05:23:28.381" v="1223" actId="122"/>
          <ac:spMkLst>
            <pc:docMk/>
            <pc:sldMk cId="2087843458" sldId="285"/>
            <ac:spMk id="8" creationId="{A8B1732D-0D05-5E5D-4387-97B22E71B415}"/>
          </ac:spMkLst>
        </pc:spChg>
        <pc:spChg chg="add del">
          <ac:chgData name="kuramsetti jaswanthi" userId="164f1f5757112bf6" providerId="LiveId" clId="{FAAA51A8-67CE-4E23-8C34-C1DA39D341E3}" dt="2026-08-09T04:59:39.162" v="843" actId="478"/>
          <ac:spMkLst>
            <pc:docMk/>
            <pc:sldMk cId="2087843458" sldId="285"/>
            <ac:spMk id="10" creationId="{25AD1135-F9A5-D6BC-10B6-10AD56CBB29B}"/>
          </ac:spMkLst>
        </pc:spChg>
        <pc:spChg chg="add del">
          <ac:chgData name="kuramsetti jaswanthi" userId="164f1f5757112bf6" providerId="LiveId" clId="{FAAA51A8-67CE-4E23-8C34-C1DA39D341E3}" dt="2026-08-09T04:59:36.691" v="842" actId="478"/>
          <ac:spMkLst>
            <pc:docMk/>
            <pc:sldMk cId="2087843458" sldId="285"/>
            <ac:spMk id="12" creationId="{2C559B6F-8846-94DC-43B7-6CBB14A49A13}"/>
          </ac:spMkLst>
        </pc:spChg>
        <pc:picChg chg="add">
          <ac:chgData name="kuramsetti jaswanthi" userId="164f1f5757112bf6" providerId="LiveId" clId="{FAAA51A8-67CE-4E23-8C34-C1DA39D341E3}" dt="2026-08-09T04:59:11.392" v="836" actId="22"/>
          <ac:picMkLst>
            <pc:docMk/>
            <pc:sldMk cId="2087843458" sldId="285"/>
            <ac:picMk id="6" creationId="{D1325FBA-EC6D-3F0D-13CC-4B57529D5140}"/>
          </ac:picMkLst>
        </pc:picChg>
      </pc:sldChg>
      <pc:sldChg chg="addSp delSp modSp new mod">
        <pc:chgData name="kuramsetti jaswanthi" userId="164f1f5757112bf6" providerId="LiveId" clId="{FAAA51A8-67CE-4E23-8C34-C1DA39D341E3}" dt="2026-08-09T05:22:14.472" v="1215" actId="20577"/>
        <pc:sldMkLst>
          <pc:docMk/>
          <pc:sldMk cId="2645272133" sldId="286"/>
        </pc:sldMkLst>
        <pc:spChg chg="del mod">
          <ac:chgData name="kuramsetti jaswanthi" userId="164f1f5757112bf6" providerId="LiveId" clId="{FAAA51A8-67CE-4E23-8C34-C1DA39D341E3}" dt="2026-08-09T05:05:41.050" v="894" actId="478"/>
          <ac:spMkLst>
            <pc:docMk/>
            <pc:sldMk cId="2645272133" sldId="286"/>
            <ac:spMk id="2" creationId="{8C51D4C3-12D0-FB04-4B74-7E4214DD9D46}"/>
          </ac:spMkLst>
        </pc:spChg>
        <pc:spChg chg="mod">
          <ac:chgData name="kuramsetti jaswanthi" userId="164f1f5757112bf6" providerId="LiveId" clId="{FAAA51A8-67CE-4E23-8C34-C1DA39D341E3}" dt="2026-08-09T04:57:50.325" v="832" actId="12"/>
          <ac:spMkLst>
            <pc:docMk/>
            <pc:sldMk cId="2645272133" sldId="286"/>
            <ac:spMk id="3" creationId="{7724C08A-5FE0-DDCF-5159-38D1B72C6BFF}"/>
          </ac:spMkLst>
        </pc:spChg>
        <pc:spChg chg="add del mod">
          <ac:chgData name="kuramsetti jaswanthi" userId="164f1f5757112bf6" providerId="LiveId" clId="{FAAA51A8-67CE-4E23-8C34-C1DA39D341E3}" dt="2026-08-09T04:54:53.206" v="726" actId="478"/>
          <ac:spMkLst>
            <pc:docMk/>
            <pc:sldMk cId="2645272133" sldId="286"/>
            <ac:spMk id="4" creationId="{CE0CA5E3-8A85-6B43-5DC1-7FD22F84729E}"/>
          </ac:spMkLst>
        </pc:spChg>
        <pc:spChg chg="add del mod">
          <ac:chgData name="kuramsetti jaswanthi" userId="164f1f5757112bf6" providerId="LiveId" clId="{FAAA51A8-67CE-4E23-8C34-C1DA39D341E3}" dt="2026-08-09T05:04:37.918" v="858"/>
          <ac:spMkLst>
            <pc:docMk/>
            <pc:sldMk cId="2645272133" sldId="286"/>
            <ac:spMk id="5" creationId="{D9100F33-5AE2-3275-B4DA-213B31BF0D14}"/>
          </ac:spMkLst>
        </pc:spChg>
        <pc:spChg chg="mod">
          <ac:chgData name="kuramsetti jaswanthi" userId="164f1f5757112bf6" providerId="LiveId" clId="{FAAA51A8-67CE-4E23-8C34-C1DA39D341E3}" dt="2026-08-09T05:06:48.043" v="933" actId="207"/>
          <ac:spMkLst>
            <pc:docMk/>
            <pc:sldMk cId="2645272133" sldId="286"/>
            <ac:spMk id="12" creationId="{05FA73FB-F91A-3B41-0949-949B924E99DB}"/>
          </ac:spMkLst>
        </pc:spChg>
        <pc:spChg chg="add del mod">
          <ac:chgData name="kuramsetti jaswanthi" userId="164f1f5757112bf6" providerId="LiveId" clId="{FAAA51A8-67CE-4E23-8C34-C1DA39D341E3}" dt="2026-08-09T05:08:08.118" v="1009"/>
          <ac:spMkLst>
            <pc:docMk/>
            <pc:sldMk cId="2645272133" sldId="286"/>
            <ac:spMk id="14" creationId="{832A6301-F4E4-E128-E2B1-1AE82FE6B764}"/>
          </ac:spMkLst>
        </pc:spChg>
        <pc:spChg chg="add del mod">
          <ac:chgData name="kuramsetti jaswanthi" userId="164f1f5757112bf6" providerId="LiveId" clId="{FAAA51A8-67CE-4E23-8C34-C1DA39D341E3}" dt="2026-08-09T05:08:08.118" v="1007" actId="478"/>
          <ac:spMkLst>
            <pc:docMk/>
            <pc:sldMk cId="2645272133" sldId="286"/>
            <ac:spMk id="16" creationId="{35C5145D-F347-5B19-8171-CCF15312C9DC}"/>
          </ac:spMkLst>
        </pc:spChg>
        <pc:spChg chg="add del mod">
          <ac:chgData name="kuramsetti jaswanthi" userId="164f1f5757112bf6" providerId="LiveId" clId="{FAAA51A8-67CE-4E23-8C34-C1DA39D341E3}" dt="2026-08-09T05:07:53.354" v="976"/>
          <ac:spMkLst>
            <pc:docMk/>
            <pc:sldMk cId="2645272133" sldId="286"/>
            <ac:spMk id="17" creationId="{72045FF9-31BA-EC5E-F1ED-F54380899ECA}"/>
          </ac:spMkLst>
        </pc:spChg>
        <pc:spChg chg="mod">
          <ac:chgData name="kuramsetti jaswanthi" userId="164f1f5757112bf6" providerId="LiveId" clId="{FAAA51A8-67CE-4E23-8C34-C1DA39D341E3}" dt="2026-08-09T05:22:14.472" v="1215" actId="20577"/>
          <ac:spMkLst>
            <pc:docMk/>
            <pc:sldMk cId="2645272133" sldId="286"/>
            <ac:spMk id="22" creationId="{69C274AA-C23B-C247-D153-304DE4B241FD}"/>
          </ac:spMkLst>
        </pc:spChg>
        <pc:spChg chg="add del">
          <ac:chgData name="kuramsetti jaswanthi" userId="164f1f5757112bf6" providerId="LiveId" clId="{FAAA51A8-67CE-4E23-8C34-C1DA39D341E3}" dt="2026-08-09T05:07:53.346" v="974" actId="478"/>
          <ac:spMkLst>
            <pc:docMk/>
            <pc:sldMk cId="2645272133" sldId="286"/>
            <ac:spMk id="24" creationId="{AB91A0C3-A24A-A3A4-D0A0-0E182CA5AC64}"/>
          </ac:spMkLst>
        </pc:spChg>
        <pc:grpChg chg="add del mod">
          <ac:chgData name="kuramsetti jaswanthi" userId="164f1f5757112bf6" providerId="LiveId" clId="{FAAA51A8-67CE-4E23-8C34-C1DA39D341E3}" dt="2026-08-09T05:06:57.006" v="934" actId="478"/>
          <ac:grpSpMkLst>
            <pc:docMk/>
            <pc:sldMk cId="2645272133" sldId="286"/>
            <ac:grpSpMk id="8" creationId="{42837553-E698-39C9-BEEF-A34D0A8E3C2F}"/>
          </ac:grpSpMkLst>
        </pc:grpChg>
        <pc:grpChg chg="add mod">
          <ac:chgData name="kuramsetti jaswanthi" userId="164f1f5757112bf6" providerId="LiveId" clId="{FAAA51A8-67CE-4E23-8C34-C1DA39D341E3}" dt="2026-08-09T05:07:10.042" v="936"/>
          <ac:grpSpMkLst>
            <pc:docMk/>
            <pc:sldMk cId="2645272133" sldId="286"/>
            <ac:grpSpMk id="18" creationId="{37E9C167-DCC4-825D-C1C9-7EDECBBF9026}"/>
          </ac:grpSpMkLst>
        </pc:grpChg>
        <pc:picChg chg="add">
          <ac:chgData name="kuramsetti jaswanthi" userId="164f1f5757112bf6" providerId="LiveId" clId="{FAAA51A8-67CE-4E23-8C34-C1DA39D341E3}" dt="2026-08-09T05:04:35.472" v="856" actId="22"/>
          <ac:picMkLst>
            <pc:docMk/>
            <pc:sldMk cId="2645272133" sldId="286"/>
            <ac:picMk id="7" creationId="{D70A0FC9-3495-13FC-BB55-6A1261BDDA9E}"/>
          </ac:picMkLst>
        </pc:picChg>
        <pc:picChg chg="mod">
          <ac:chgData name="kuramsetti jaswanthi" userId="164f1f5757112bf6" providerId="LiveId" clId="{FAAA51A8-67CE-4E23-8C34-C1DA39D341E3}" dt="2026-08-09T05:05:06.879" v="867"/>
          <ac:picMkLst>
            <pc:docMk/>
            <pc:sldMk cId="2645272133" sldId="286"/>
            <ac:picMk id="9" creationId="{E7B6553A-7F75-0456-769A-B2DD0420BE52}"/>
          </ac:picMkLst>
        </pc:picChg>
        <pc:picChg chg="mod">
          <ac:chgData name="kuramsetti jaswanthi" userId="164f1f5757112bf6" providerId="LiveId" clId="{FAAA51A8-67CE-4E23-8C34-C1DA39D341E3}" dt="2026-08-09T05:05:06.879" v="867"/>
          <ac:picMkLst>
            <pc:docMk/>
            <pc:sldMk cId="2645272133" sldId="286"/>
            <ac:picMk id="10" creationId="{A065F402-DF31-5AAB-C274-3D779EEE2A93}"/>
          </ac:picMkLst>
        </pc:picChg>
        <pc:picChg chg="mod">
          <ac:chgData name="kuramsetti jaswanthi" userId="164f1f5757112bf6" providerId="LiveId" clId="{FAAA51A8-67CE-4E23-8C34-C1DA39D341E3}" dt="2026-08-09T05:05:06.879" v="867"/>
          <ac:picMkLst>
            <pc:docMk/>
            <pc:sldMk cId="2645272133" sldId="286"/>
            <ac:picMk id="11" creationId="{0EAECAF1-2E34-56F4-D86E-5E22D1C7C077}"/>
          </ac:picMkLst>
        </pc:picChg>
        <pc:picChg chg="mod">
          <ac:chgData name="kuramsetti jaswanthi" userId="164f1f5757112bf6" providerId="LiveId" clId="{FAAA51A8-67CE-4E23-8C34-C1DA39D341E3}" dt="2026-08-09T05:07:10.042" v="936"/>
          <ac:picMkLst>
            <pc:docMk/>
            <pc:sldMk cId="2645272133" sldId="286"/>
            <ac:picMk id="19" creationId="{DAA839BC-F868-5D62-574F-5D17D31AD746}"/>
          </ac:picMkLst>
        </pc:picChg>
        <pc:picChg chg="mod">
          <ac:chgData name="kuramsetti jaswanthi" userId="164f1f5757112bf6" providerId="LiveId" clId="{FAAA51A8-67CE-4E23-8C34-C1DA39D341E3}" dt="2026-08-09T05:07:10.042" v="936"/>
          <ac:picMkLst>
            <pc:docMk/>
            <pc:sldMk cId="2645272133" sldId="286"/>
            <ac:picMk id="20" creationId="{8F25EC96-2C74-C7AC-4B53-0CF221613B86}"/>
          </ac:picMkLst>
        </pc:picChg>
        <pc:picChg chg="mod">
          <ac:chgData name="kuramsetti jaswanthi" userId="164f1f5757112bf6" providerId="LiveId" clId="{FAAA51A8-67CE-4E23-8C34-C1DA39D341E3}" dt="2026-08-09T05:07:10.042" v="936"/>
          <ac:picMkLst>
            <pc:docMk/>
            <pc:sldMk cId="2645272133" sldId="286"/>
            <ac:picMk id="21" creationId="{2B14D08D-8E07-EB7D-A957-D54F3F42821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1E0C1-6277-CAD3-8A7C-7F0F37C61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776A0-3BEE-1FDC-EADA-6B6FA1E1A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53676-942B-2284-A56F-CCE051D8D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8B2BB-B290-5A6F-7542-202146F1BA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576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1076308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Delivery Data Analysis System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Review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42998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Food Delivery Data Analysis S </a:t>
            </a:r>
            <a:r>
              <a:rPr lang="en-IN" dirty="0" err="1"/>
              <a:t>ystem</a:t>
            </a:r>
            <a:endParaRPr lang="en-IN" dirty="0"/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. Jaswanthi(25B11AI619)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. Pravallika(26B21AI052)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 . Siri Varshini (26B21AI017)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. Roshini </a:t>
            </a:r>
            <a:r>
              <a:rPr lang="en-IN" sz="20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deekshitha</a:t>
            </a: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(25B11AI418)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2000" spc="-10" dirty="0">
              <a:solidFill>
                <a:srgbClr val="1737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Machine Learning</a:t>
            </a: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891A42-0464-980B-A038-E07B8559F186}"/>
              </a:ext>
            </a:extLst>
          </p:cNvPr>
          <p:cNvSpPr txBox="1"/>
          <p:nvPr/>
        </p:nvSpPr>
        <p:spPr>
          <a:xfrm>
            <a:off x="1143000" y="1212931"/>
            <a:ext cx="8077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dirty="0"/>
              <a:t>Abstract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Introduction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Existing System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Proposed System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Dataset Description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Objectives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Requirements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Methodology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Data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Visualization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Expected Outputs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Advantages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Future Scope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Conclusion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43400" y="325191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8E2668-AB0C-2541-71DE-6605903196FA}"/>
              </a:ext>
            </a:extLst>
          </p:cNvPr>
          <p:cNvSpPr txBox="1"/>
          <p:nvPr/>
        </p:nvSpPr>
        <p:spPr>
          <a:xfrm>
            <a:off x="1428002" y="1366837"/>
            <a:ext cx="725879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</a:t>
            </a:r>
            <a:r>
              <a:rPr lang="en-IN" b="1" dirty="0"/>
              <a:t>Food Delivery Data Analysis System</a:t>
            </a:r>
            <a:r>
              <a:rPr lang="en-IN" dirty="0"/>
              <a:t> is a Python-based project developed to analyses food delivery order data.</a:t>
            </a:r>
          </a:p>
          <a:p>
            <a:r>
              <a:rPr lang="en-IN" dirty="0"/>
              <a:t>The system analyses information such as </a:t>
            </a:r>
            <a:r>
              <a:rPr lang="en-IN" b="1" dirty="0"/>
              <a:t>customers, restaurants, food categories, order values, delivery time, payment methods and ratings</a:t>
            </a:r>
            <a:r>
              <a:rPr lang="en-IN" dirty="0"/>
              <a:t>.</a:t>
            </a:r>
          </a:p>
          <a:p>
            <a:r>
              <a:rPr lang="en-IN" dirty="0"/>
              <a:t>Using </a:t>
            </a:r>
            <a:r>
              <a:rPr lang="en-IN" b="1" dirty="0"/>
              <a:t>Pandas, NumPy and Matplotlib</a:t>
            </a:r>
            <a:r>
              <a:rPr lang="en-IN" dirty="0"/>
              <a:t>, the data is cleaned, processed and visualized through different charts and graphs.</a:t>
            </a:r>
          </a:p>
          <a:p>
            <a:r>
              <a:rPr lang="en-IN" dirty="0"/>
              <a:t>The project helps identify </a:t>
            </a:r>
            <a:r>
              <a:rPr lang="en-IN" b="1" dirty="0"/>
              <a:t>popular restaurants, food preferences, customer behaviour and delivery patterns</a:t>
            </a:r>
            <a:r>
              <a:rPr lang="en-IN" dirty="0"/>
              <a:t>.</a:t>
            </a:r>
          </a:p>
          <a:p>
            <a:r>
              <a:rPr lang="en-IN" dirty="0"/>
              <a:t>It provides useful insights and demonstrates the basic </a:t>
            </a:r>
            <a:r>
              <a:rPr lang="en-IN" b="1" dirty="0"/>
              <a:t>Data Analysis workflow</a:t>
            </a:r>
            <a:r>
              <a:rPr lang="en-IN" dirty="0"/>
              <a:t>, including data cleaning, preprocessing, analysis and visualization.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785F44-F684-1EFD-2222-2DD628F17387}"/>
              </a:ext>
            </a:extLst>
          </p:cNvPr>
          <p:cNvSpPr txBox="1"/>
          <p:nvPr/>
        </p:nvSpPr>
        <p:spPr>
          <a:xfrm>
            <a:off x="685800" y="1346806"/>
            <a:ext cx="8686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Food delivery platforms generate a large amount of data every day.</a:t>
            </a:r>
          </a:p>
          <a:p>
            <a:r>
              <a:rPr lang="en-IN" dirty="0"/>
              <a:t>The data contains information about: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Customers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Restaurants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Food orders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Order amounts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Delivery time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Locations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Payment methods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Customer ratings </a:t>
            </a:r>
          </a:p>
          <a:p>
            <a:r>
              <a:rPr lang="en-IN" b="1" dirty="0"/>
              <a:t>Analysing this data manually is: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Time-consuming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Difficult for large datasets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Prone to errors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Difficult to identify hidden patterns </a:t>
            </a:r>
          </a:p>
          <a:p>
            <a:r>
              <a:rPr lang="en-IN" b="1" dirty="0"/>
              <a:t>Python Data Analysis</a:t>
            </a:r>
            <a:r>
              <a:rPr lang="en-IN" dirty="0"/>
              <a:t> can automatically process and visualize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762000" y="1491060"/>
            <a:ext cx="85344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System:</a:t>
            </a:r>
          </a:p>
          <a:p>
            <a:pPr>
              <a:spcBef>
                <a:spcPts val="1200"/>
              </a:spcBef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/>
              <a:t>Food delivery data is commonly stored in: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Excel files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CSV files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Database records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Analysis may involve manual calculations and reports.</a:t>
            </a:r>
          </a:p>
          <a:p>
            <a:r>
              <a:rPr lang="en-IN" sz="2400" b="1" dirty="0"/>
              <a:t>Problems: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Large amount of manual work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Difficult to compare restaurants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Difficult to identify popular food categories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Difficult to analyse delivery performance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Limited graphical insights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Time-consuming reporting</a:t>
            </a:r>
          </a:p>
          <a:p>
            <a:pPr>
              <a:spcBef>
                <a:spcPts val="1200"/>
              </a:spcBef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5B97-4948-1D36-1564-48F01509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6429C0E-D3D9-C6CC-7313-83F33EFBCF19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28B387B-EB3D-FC8A-3A51-DDD2B8696A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26" y="0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E2CE57-3BE2-3D51-EE7A-681F8044DB77}"/>
              </a:ext>
            </a:extLst>
          </p:cNvPr>
          <p:cNvSpPr txBox="1"/>
          <p:nvPr/>
        </p:nvSpPr>
        <p:spPr>
          <a:xfrm rot="10800000" flipH="1" flipV="1">
            <a:off x="381000" y="1519635"/>
            <a:ext cx="8610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LIMITATIONS OF EXISTING SYSTEM:</a:t>
            </a:r>
          </a:p>
          <a:p>
            <a:endParaRPr lang="en-IN" b="1" dirty="0"/>
          </a:p>
          <a:p>
            <a:r>
              <a:rPr lang="en-IN" dirty="0"/>
              <a:t>• Large amount of manual work</a:t>
            </a:r>
            <a:br>
              <a:rPr lang="en-IN" dirty="0"/>
            </a:br>
            <a:r>
              <a:rPr lang="en-IN" dirty="0"/>
              <a:t>• Difficult to analyse large food delivery datasets</a:t>
            </a:r>
            <a:br>
              <a:rPr lang="en-IN" dirty="0"/>
            </a:br>
            <a:r>
              <a:rPr lang="en-IN" dirty="0"/>
              <a:t>• Missing or incorrect data can affect analysis</a:t>
            </a:r>
            <a:br>
              <a:rPr lang="en-IN" dirty="0"/>
            </a:br>
            <a:r>
              <a:rPr lang="en-IN" dirty="0"/>
              <a:t>• Difficult to compare restaurants and food categories</a:t>
            </a:r>
            <a:br>
              <a:rPr lang="en-IN" dirty="0"/>
            </a:br>
            <a:r>
              <a:rPr lang="en-IN" dirty="0"/>
              <a:t>• Difficult to identify customer ordering patterns</a:t>
            </a:r>
            <a:br>
              <a:rPr lang="en-IN" dirty="0"/>
            </a:br>
            <a:r>
              <a:rPr lang="en-IN" dirty="0"/>
              <a:t>• Limited graphical representation</a:t>
            </a:r>
            <a:br>
              <a:rPr lang="en-IN" dirty="0"/>
            </a:br>
            <a:r>
              <a:rPr lang="en-IN" dirty="0"/>
              <a:t>• Time-consuming report generation</a:t>
            </a:r>
            <a:br>
              <a:rPr lang="en-IN" dirty="0"/>
            </a:br>
            <a:r>
              <a:rPr lang="en-IN" dirty="0"/>
              <a:t>• Difficult to identify hidden trends and insights</a:t>
            </a:r>
          </a:p>
          <a:p>
            <a:endParaRPr lang="en-IN" b="1" dirty="0"/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F6400519-0465-389E-536B-B85EF484A3FB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9" name="object 4">
              <a:extLst>
                <a:ext uri="{FF2B5EF4-FFF2-40B4-BE49-F238E27FC236}">
                  <a16:creationId xmlns:a16="http://schemas.microsoft.com/office/drawing/2014/main" id="{81F98CAF-BA9F-0C12-E5E8-DA56BBA4BB8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FE950D32-424A-449E-F2DC-A9CAD680461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1" name="object 6">
              <a:extLst>
                <a:ext uri="{FF2B5EF4-FFF2-40B4-BE49-F238E27FC236}">
                  <a16:creationId xmlns:a16="http://schemas.microsoft.com/office/drawing/2014/main" id="{E95A4D43-3551-C97F-F7D7-72F54F788D6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603461CC-5DA6-E9E1-51F3-319572A17B8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OBJECTIVES</a:t>
              </a:r>
              <a:endParaRPr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633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1135773" y="762000"/>
            <a:ext cx="8305800" cy="687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:</a:t>
            </a:r>
            <a:endParaRPr lang="en-IN" sz="2400" dirty="0"/>
          </a:p>
          <a:p>
            <a:r>
              <a:rPr lang="en-IN" sz="2400" b="1" dirty="0"/>
              <a:t>The system performs: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Dataset loading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Data exploration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Data cleaning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Missing-value handling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Data preprocessing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Exploratory Data Analysis (EDA)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Statistical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Data visualization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Insight generation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Faster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Reduced manual effort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Better understanding of customer </a:t>
            </a:r>
            <a:r>
              <a:rPr lang="en-IN" sz="2400" dirty="0" err="1"/>
              <a:t>behavior</a:t>
            </a:r>
            <a:r>
              <a:rPr lang="en-IN" sz="2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Easy visualization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Improved decision-making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256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94E58-074F-071B-74B9-C1BB02EA3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300904"/>
          </a:xfrm>
        </p:spPr>
        <p:txBody>
          <a:bodyPr/>
          <a:lstStyle/>
          <a:p>
            <a:r>
              <a:rPr lang="en-IN" dirty="0"/>
              <a:t>Main Objectives:</a:t>
            </a:r>
          </a:p>
          <a:p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Analyse food delivery order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Identify popular restaurants and food categories.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Analyse customer ordering patterns.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Study delivery time and order value.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Analyse different payment methods.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Understand customer ratings.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Identify trends using charts and graphs.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Generate useful business insights from the dataset.</a:t>
            </a:r>
          </a:p>
          <a:p>
            <a:endParaRPr lang="en-IN" dirty="0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036E6D23-6811-5195-E863-D999EA70A6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270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944C-8816-A98A-BE5A-6A28E3D1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CA7EE8-74F6-AF36-B9E5-7578E1237183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CC38E1-9856-A2E3-4EB5-E8E13767AF6F}"/>
              </a:ext>
            </a:extLst>
          </p:cNvPr>
          <p:cNvSpPr txBox="1"/>
          <p:nvPr/>
        </p:nvSpPr>
        <p:spPr>
          <a:xfrm>
            <a:off x="762000" y="1143000"/>
            <a:ext cx="8534400" cy="3411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97977331-EA1C-CA44-869F-6C400FF95B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A1E91E-EF4D-C73B-A7C1-DB20552B5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215746"/>
              </p:ext>
            </p:extLst>
          </p:nvPr>
        </p:nvGraphicFramePr>
        <p:xfrm>
          <a:off x="1676400" y="2057400"/>
          <a:ext cx="6705600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1944288598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15453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0319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Order _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Unique order 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620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Customer _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Unique customer 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1511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Restaurant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Restaurant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8132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Food _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Type of food ordered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0447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Order _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 order amount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5607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Delivery _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Delivery duration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1019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Customer location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536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Payment _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 of payment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36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Order _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Date of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596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Number of items ordered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5337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Customer rating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8233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Discount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Discount applied to the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2234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Order _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Current status of the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3287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0378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038600" y="33282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685800" y="934735"/>
            <a:ext cx="8305800" cy="5686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Processor: Intel i3 or above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RAM: Minimum 4 GB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Storage: 20 GB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Keyboard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Mouse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Monitor</a:t>
            </a:r>
          </a:p>
          <a:p>
            <a:pPr>
              <a:lnSpc>
                <a:spcPct val="150000"/>
              </a:lnSpc>
            </a:pP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/ Linux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Google Collab/ Jupyter Notebook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Matplotlib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(for version control)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271227-37A8-BD2E-DA5F-9D1409CD539E}"/>
              </a:ext>
            </a:extLst>
          </p:cNvPr>
          <p:cNvSpPr txBox="1"/>
          <p:nvPr/>
        </p:nvSpPr>
        <p:spPr>
          <a:xfrm>
            <a:off x="872251" y="1037173"/>
            <a:ext cx="7924801" cy="539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3953B3A5-B246-55AD-515B-436ED9F0D0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698EF3-6CC5-CB2B-B3DF-1F2230442C23}"/>
              </a:ext>
            </a:extLst>
          </p:cNvPr>
          <p:cNvSpPr txBox="1"/>
          <p:nvPr/>
        </p:nvSpPr>
        <p:spPr>
          <a:xfrm>
            <a:off x="1143000" y="1589604"/>
            <a:ext cx="8610599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Module 1</a:t>
            </a:r>
          </a:p>
          <a:p>
            <a:r>
              <a:rPr lang="en-IN" sz="2000" b="1" dirty="0"/>
              <a:t>Dataset Loading: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Import libraries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Read CSV file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Display first few  rows </a:t>
            </a:r>
          </a:p>
          <a:p>
            <a:endParaRPr lang="en-IN" sz="2000" dirty="0"/>
          </a:p>
          <a:p>
            <a:r>
              <a:rPr lang="en-IN" sz="2000" b="1" dirty="0"/>
              <a:t>Module 2</a:t>
            </a:r>
          </a:p>
          <a:p>
            <a:r>
              <a:rPr lang="en-IN" sz="2000" b="1" dirty="0"/>
              <a:t>Data Exploration: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Check dataset shape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Check column names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Check data types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Check missing values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Generate statistical summary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r>
              <a:rPr lang="en-IN" sz="2000" b="1" dirty="0"/>
              <a:t>Module 3</a:t>
            </a:r>
          </a:p>
          <a:p>
            <a:r>
              <a:rPr lang="en-IN" sz="2000" b="1" dirty="0"/>
              <a:t>Data Cleaning: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Handle missing values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Remove duplicate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Correct inconsistent data</a:t>
            </a:r>
          </a:p>
          <a:p>
            <a:br>
              <a:rPr lang="en-IN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BE1A7-3004-3B9A-3BDF-6F0CD676F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D8057B3F-5DAB-DD41-AECE-F331B855040E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2087F558-D85F-5AC0-F454-1F63CE0A07E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DA168F22-39BB-5B7D-3CF6-D85FE785C62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37D54020-DB2F-8565-330C-84D2218CC66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9E7A54A0-4068-FC5A-C8B6-7CD6DED089A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5F015672-148D-A104-60CF-C6A88B1949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A6C365DC-19B7-1764-968A-F9C87D5E495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4B64F4-A7BB-5C66-D262-C3B30131FC70}"/>
              </a:ext>
            </a:extLst>
          </p:cNvPr>
          <p:cNvSpPr txBox="1"/>
          <p:nvPr/>
        </p:nvSpPr>
        <p:spPr>
          <a:xfrm>
            <a:off x="609600" y="921677"/>
            <a:ext cx="861059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Module 4</a:t>
            </a:r>
          </a:p>
          <a:p>
            <a:r>
              <a:rPr lang="en-IN" sz="2000" b="1" dirty="0"/>
              <a:t>Data Preprocessing: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Convert data into suitable formats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Handle missing values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Remove unnecessary columns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Prepare data for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r>
              <a:rPr lang="en-IN" sz="2000" b="1" dirty="0"/>
              <a:t>Module 5</a:t>
            </a:r>
          </a:p>
          <a:p>
            <a:r>
              <a:rPr lang="en-IN" sz="2000" b="1" dirty="0"/>
              <a:t>Analyse: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Order value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Delivery time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Food categories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Restaurants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Customer ratings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Payment methods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Location</a:t>
            </a:r>
          </a:p>
          <a:p>
            <a:br>
              <a:rPr lang="en-IN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44217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76965-250C-A558-1EA8-7822AD6BC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4201150"/>
          </a:xfrm>
        </p:spPr>
        <p:txBody>
          <a:bodyPr/>
          <a:lstStyle/>
          <a:p>
            <a:r>
              <a:rPr lang="en-IN" dirty="0"/>
              <a:t>Module 6 </a:t>
            </a:r>
          </a:p>
          <a:p>
            <a:r>
              <a:rPr lang="en-IN" dirty="0"/>
              <a:t>Visualization:</a:t>
            </a:r>
          </a:p>
          <a:p>
            <a:r>
              <a:rPr lang="en-IN" dirty="0"/>
              <a:t>The system generates different charts such as: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Bar Chart – Orders by restaurant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Pie Chart – Payment method distribution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Histogram – Order value distribution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Line Chart – Orders over time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Bar Chart – Food category popularity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Scatter Plot – Delivery time vs. rating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b="0" dirty="0"/>
              <a:t>These visualizations make patterns easier to understand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DC791306-FE06-A2D4-D5C7-DE48E629F33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12" name="object 3">
            <a:extLst>
              <a:ext uri="{FF2B5EF4-FFF2-40B4-BE49-F238E27FC236}">
                <a16:creationId xmlns:a16="http://schemas.microsoft.com/office/drawing/2014/main" id="{973033F8-FCF8-87C3-D448-660260A1258C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13" name="object 4">
              <a:extLst>
                <a:ext uri="{FF2B5EF4-FFF2-40B4-BE49-F238E27FC236}">
                  <a16:creationId xmlns:a16="http://schemas.microsoft.com/office/drawing/2014/main" id="{FDE751A6-E9DE-E6D3-3CA2-13517F2BF60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14" name="object 5">
              <a:extLst>
                <a:ext uri="{FF2B5EF4-FFF2-40B4-BE49-F238E27FC236}">
                  <a16:creationId xmlns:a16="http://schemas.microsoft.com/office/drawing/2014/main" id="{22F1CD41-18F6-8B28-89DD-5301A48B4C6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5" name="object 6">
              <a:extLst>
                <a:ext uri="{FF2B5EF4-FFF2-40B4-BE49-F238E27FC236}">
                  <a16:creationId xmlns:a16="http://schemas.microsoft.com/office/drawing/2014/main" id="{1ACC52EA-56FA-A81C-04E5-F0EBAF08A3B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7E05F4BE-2D56-511F-CF74-2F0ED0E8425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2000" dirty="0">
                  <a:solidFill>
                    <a:schemeClr val="bg1"/>
                  </a:solidFill>
                </a:rPr>
                <a:t>DATA VISUALIZATION</a:t>
              </a:r>
              <a:endParaRPr sz="20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5304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DE197-B2BA-2727-FE1E-E8FB85822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300904"/>
          </a:xfrm>
        </p:spPr>
        <p:txBody>
          <a:bodyPr/>
          <a:lstStyle/>
          <a:p>
            <a:r>
              <a:rPr lang="en-IN" dirty="0"/>
              <a:t>Important Analysis:</a:t>
            </a:r>
            <a:br>
              <a:rPr lang="en-IN" dirty="0"/>
            </a:br>
            <a:r>
              <a:rPr lang="en-IN" dirty="0"/>
              <a:t>The system can identify: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Most frequently ordered food category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Most popular restaurant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Average order value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Average delivery time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Most commonly used payment method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Highest-rated restaurants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Peak ordering periods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Relationship between delivery time and customer rating</a:t>
            </a:r>
          </a:p>
          <a:p>
            <a:endParaRPr lang="en-IN" dirty="0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D1325FBA-EC6D-3F0D-13CC-4B57529D514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8" name="object 7">
            <a:extLst>
              <a:ext uri="{FF2B5EF4-FFF2-40B4-BE49-F238E27FC236}">
                <a16:creationId xmlns:a16="http://schemas.microsoft.com/office/drawing/2014/main" id="{A8B1732D-0D05-5E5D-4387-97B22E71B415}"/>
              </a:ext>
            </a:extLst>
          </p:cNvPr>
          <p:cNvSpPr/>
          <p:nvPr/>
        </p:nvSpPr>
        <p:spPr>
          <a:xfrm>
            <a:off x="2362200" y="464104"/>
            <a:ext cx="4479290" cy="416559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ANALYSIS &amp; INSIGHT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843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36072-48CF-7A07-3283-0CB79F29A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C17C9B2-E7CC-1C9A-D7F8-2089A03BE5C7}"/>
              </a:ext>
            </a:extLst>
          </p:cNvPr>
          <p:cNvSpPr txBox="1"/>
          <p:nvPr/>
        </p:nvSpPr>
        <p:spPr>
          <a:xfrm>
            <a:off x="872251" y="1423788"/>
            <a:ext cx="857488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The System Displays:</a:t>
            </a:r>
          </a:p>
          <a:p>
            <a:pPr lvl="0"/>
            <a:r>
              <a:rPr lang="en-IN" sz="2400" dirty="0"/>
              <a:t>Dataset information </a:t>
            </a:r>
          </a:p>
          <a:p>
            <a:pPr lvl="0"/>
            <a:r>
              <a:rPr lang="en-IN" sz="2400" dirty="0"/>
              <a:t>Missing-value report </a:t>
            </a:r>
          </a:p>
          <a:p>
            <a:pPr lvl="0"/>
            <a:r>
              <a:rPr lang="en-IN" sz="2400" dirty="0"/>
              <a:t>Cleaned dataset </a:t>
            </a:r>
          </a:p>
          <a:p>
            <a:pPr lvl="0"/>
            <a:r>
              <a:rPr lang="en-IN" sz="2400" dirty="0"/>
              <a:t>Statistical summary </a:t>
            </a:r>
          </a:p>
          <a:p>
            <a:pPr lvl="0"/>
            <a:r>
              <a:rPr lang="en-IN" sz="2400" dirty="0"/>
              <a:t>Restaurant-wise analysis </a:t>
            </a:r>
          </a:p>
          <a:p>
            <a:pPr lvl="0"/>
            <a:r>
              <a:rPr lang="en-IN" sz="2400" dirty="0"/>
              <a:t>Food category analysis </a:t>
            </a:r>
          </a:p>
          <a:p>
            <a:pPr lvl="0"/>
            <a:r>
              <a:rPr lang="en-IN" sz="2400" dirty="0"/>
              <a:t>Payment method analysis </a:t>
            </a:r>
          </a:p>
          <a:p>
            <a:pPr lvl="0"/>
            <a:r>
              <a:rPr lang="en-IN" sz="2400" dirty="0"/>
              <a:t>Delivery-time analysis </a:t>
            </a:r>
          </a:p>
          <a:p>
            <a:pPr lvl="0"/>
            <a:r>
              <a:rPr lang="en-IN" sz="2400" dirty="0"/>
              <a:t>Customer rating analysis </a:t>
            </a:r>
          </a:p>
          <a:p>
            <a:pPr lvl="0"/>
            <a:r>
              <a:rPr lang="en-IN" sz="2400" dirty="0"/>
              <a:t>Charts and graphs </a:t>
            </a:r>
          </a:p>
          <a:p>
            <a:pPr lvl="0"/>
            <a:r>
              <a:rPr lang="en-IN" sz="2400" dirty="0"/>
              <a:t>Key analytical 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1D05E8A7-0BAB-CD52-0FC4-DBD8F083248D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2B30C952-F60A-FB38-53A3-CC89BA08827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7866CFA0-4F50-28F0-EFC2-86D038EB21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3F09A4D8-A400-E0F8-0CA6-063B8B882E6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F8E97D79-7FA8-D140-E726-79CFA9A5B81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E0F701E1-161B-537E-CE8F-F2E5197F40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4" y="432593"/>
            <a:ext cx="26079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OUTPUTS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F12DBFE6-BE52-C24E-9E8E-C14765A305F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059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4C08A-5FE0-DDCF-5159-38D1B72C6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4801314"/>
          </a:xfrm>
        </p:spPr>
        <p:txBody>
          <a:bodyPr/>
          <a:lstStyle/>
          <a:p>
            <a:pPr lvl="0"/>
            <a:r>
              <a:rPr lang="en-IN" dirty="0"/>
              <a:t> Advantages:</a:t>
            </a:r>
            <a:br>
              <a:rPr lang="en-IN" dirty="0"/>
            </a:b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Faster data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Reduces manual work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Provides graphical insights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Helps understand customer behaviour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Supports better business decisions </a:t>
            </a:r>
          </a:p>
          <a:p>
            <a:r>
              <a:rPr lang="en-IN" dirty="0"/>
              <a:t>Future Scope: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Develop an interactive dashboard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Add Machine Learning models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Predict customer orders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Predict delivery time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Restaurant recommendation system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Real-time food delivery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b="0" dirty="0"/>
          </a:p>
          <a:p>
            <a:endParaRPr lang="en-IN" dirty="0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D70A0FC9-3495-13FC-BB55-6A1261BDDA9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18" name="object 3">
            <a:extLst>
              <a:ext uri="{FF2B5EF4-FFF2-40B4-BE49-F238E27FC236}">
                <a16:creationId xmlns:a16="http://schemas.microsoft.com/office/drawing/2014/main" id="{37E9C167-DCC4-825D-C1C9-7EDECBBF9026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19" name="object 4">
              <a:extLst>
                <a:ext uri="{FF2B5EF4-FFF2-40B4-BE49-F238E27FC236}">
                  <a16:creationId xmlns:a16="http://schemas.microsoft.com/office/drawing/2014/main" id="{DAA839BC-F868-5D62-574F-5D17D31AD74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0" name="object 5">
              <a:extLst>
                <a:ext uri="{FF2B5EF4-FFF2-40B4-BE49-F238E27FC236}">
                  <a16:creationId xmlns:a16="http://schemas.microsoft.com/office/drawing/2014/main" id="{8F25EC96-2C74-C7AC-4B53-0CF221613B8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1" name="object 6">
              <a:extLst>
                <a:ext uri="{FF2B5EF4-FFF2-40B4-BE49-F238E27FC236}">
                  <a16:creationId xmlns:a16="http://schemas.microsoft.com/office/drawing/2014/main" id="{2B14D08D-8E07-EB7D-A957-D54F3F42821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2" name="object 7">
              <a:extLst>
                <a:ext uri="{FF2B5EF4-FFF2-40B4-BE49-F238E27FC236}">
                  <a16:creationId xmlns:a16="http://schemas.microsoft.com/office/drawing/2014/main" id="{69C274AA-C23B-C247-D153-304DE4B241F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ADVANTAGES  &amp; FUTURE  SCOPE</a:t>
              </a:r>
              <a:endParaRPr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5272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BB4592-5775-79D7-4F02-0BE4F7025B51}"/>
              </a:ext>
            </a:extLst>
          </p:cNvPr>
          <p:cNvSpPr txBox="1"/>
          <p:nvPr/>
        </p:nvSpPr>
        <p:spPr>
          <a:xfrm>
            <a:off x="872251" y="1423788"/>
            <a:ext cx="85748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The </a:t>
            </a:r>
            <a:r>
              <a:rPr lang="en-IN" sz="2400" b="1" dirty="0"/>
              <a:t>Food Delivery Data Analysis System</a:t>
            </a:r>
            <a:r>
              <a:rPr lang="en-IN" sz="2400" dirty="0"/>
              <a:t> demonstrates a complete data analysis workflow using Python.</a:t>
            </a:r>
          </a:p>
          <a:p>
            <a:r>
              <a:rPr lang="en-IN" sz="2400" b="1" dirty="0"/>
              <a:t>The project performs</a:t>
            </a:r>
            <a:r>
              <a:rPr lang="en-IN" sz="2400" dirty="0"/>
              <a:t>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Data Collection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Data Cleaning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Data Preprocessing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Exploratory Data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Data Visualization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Insight Generation</a:t>
            </a: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2679</TotalTime>
  <Words>895</Words>
  <Application>Microsoft Office PowerPoint</Application>
  <PresentationFormat>Custom</PresentationFormat>
  <Paragraphs>247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Palatino Linotype</vt:lpstr>
      <vt:lpstr>Times New Roman</vt:lpstr>
      <vt:lpstr>Wingdings</vt:lpstr>
      <vt:lpstr>Office Theme</vt:lpstr>
      <vt:lpstr>Food Delivery Data Analysis System First Review</vt:lpstr>
      <vt:lpstr>PowerPoint Presentation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</vt:lpstr>
      <vt:lpstr>METHODOLOGY</vt:lpstr>
      <vt:lpstr>PowerPoint Presentation</vt:lpstr>
      <vt:lpstr>PowerPoint Presentation</vt:lpstr>
      <vt:lpstr>EXPECTED OUTPUTS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kuramsetti jaswanthi</cp:lastModifiedBy>
  <cp:revision>48</cp:revision>
  <cp:lastPrinted>2025-10-14T18:21:49Z</cp:lastPrinted>
  <dcterms:created xsi:type="dcterms:W3CDTF">2025-10-10T08:28:06Z</dcterms:created>
  <dcterms:modified xsi:type="dcterms:W3CDTF">2026-08-09T05:26:59Z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